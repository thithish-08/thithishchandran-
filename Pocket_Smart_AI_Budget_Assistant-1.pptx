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Pocket Smart AI</a:t>
            </a:r>
          </a:p>
          <a:p>
            <a:pPr>
              <a:defRPr sz="2800"/>
            </a:pPr>
            <a:r>
              <a:t>Your Smart Budget Recommendation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 b="1"/>
            </a:pPr>
            <a:r>
              <a:t>Team Leader: Krishnamoorthi D</a:t>
            </a:r>
          </a:p>
          <a:p>
            <a:pPr>
              <a:spcAft>
                <a:spcPts val="1000"/>
              </a:spcAft>
              <a:defRPr sz="2400" b="1"/>
            </a:pPr>
            <a:r>
              <a:t>Team Members:</a:t>
            </a:r>
          </a:p>
          <a:p>
            <a:pPr>
              <a:spcAft>
                <a:spcPts val="1000"/>
              </a:spcAft>
              <a:defRPr sz="2200" b="0"/>
            </a:pPr>
            <a:r>
              <a:t>Dharnessh M  •  Thithichandran M  •  Premkumar U</a:t>
            </a:r>
          </a:p>
          <a:p>
            <a:pPr>
              <a:spcAft>
                <a:spcPts val="1000"/>
              </a:spcAft>
              <a:defRPr sz="2200" b="0"/>
            </a:pPr>
            <a:r>
              <a:t>Prasanth P  •  Mathankumar 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Pocket Smart AI is an intelligent budgeting assistant designed to help users manage personal finances.</a:t>
            </a:r>
          </a:p>
          <a:p>
            <a:pPr>
              <a:spcAft>
                <a:spcPts val="1400"/>
              </a:spcAft>
              <a:defRPr sz="2200"/>
            </a:pPr>
            <a:r>
              <a:t>It analyzes income, expenses, spending patterns, and financial goals.</a:t>
            </a:r>
          </a:p>
          <a:p>
            <a:pPr>
              <a:spcAft>
                <a:spcPts val="1400"/>
              </a:spcAft>
              <a:defRPr sz="2200"/>
            </a:pPr>
            <a:r>
              <a:t>The system provides simple and personalized budget recommendations.</a:t>
            </a:r>
          </a:p>
          <a:p>
            <a:pPr>
              <a:spcAft>
                <a:spcPts val="1400"/>
              </a:spcAft>
              <a:defRPr sz="2200"/>
            </a:pPr>
            <a:r>
              <a:t>Goal: make everyday money management easier, smarter, and more organized.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2.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Many people find it difficult to track daily expenses and control unnecessary spending.</a:t>
            </a:r>
          </a:p>
          <a:p>
            <a:pPr>
              <a:spcAft>
                <a:spcPts val="1400"/>
              </a:spcAft>
              <a:defRPr sz="2200"/>
            </a:pPr>
            <a:r>
              <a:t>Manual budgeting can be time-consuming and easy to forget.</a:t>
            </a:r>
          </a:p>
          <a:p>
            <a:pPr>
              <a:spcAft>
                <a:spcPts val="1400"/>
              </a:spcAft>
              <a:defRPr sz="2200"/>
            </a:pPr>
            <a:r>
              <a:t>Users may not know how much to save, spend, or allocate to different categories.</a:t>
            </a:r>
          </a:p>
          <a:p>
            <a:pPr>
              <a:spcAft>
                <a:spcPts val="1400"/>
              </a:spcAft>
              <a:defRPr sz="2200"/>
            </a:pPr>
            <a:r>
              <a:t>Pocket Smart AI addresses these challenges with automated analysis and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3. 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Expense Tracking – record and categorize daily transactions.</a:t>
            </a:r>
          </a:p>
          <a:p>
            <a:pPr>
              <a:spcAft>
                <a:spcPts val="1400"/>
              </a:spcAft>
              <a:defRPr sz="2200"/>
            </a:pPr>
            <a:r>
              <a:t>Budget Planning – create spending limits based on income and goals.</a:t>
            </a:r>
          </a:p>
          <a:p>
            <a:pPr>
              <a:spcAft>
                <a:spcPts val="1400"/>
              </a:spcAft>
              <a:defRPr sz="2200"/>
            </a:pPr>
            <a:r>
              <a:t>AI Recommendations – suggest suitable spending and saving allocations.</a:t>
            </a:r>
          </a:p>
          <a:p>
            <a:pPr>
              <a:spcAft>
                <a:spcPts val="1400"/>
              </a:spcAft>
              <a:defRPr sz="2200"/>
            </a:pPr>
            <a:r>
              <a:t>Spending Analysis – identify high-spending categories and patterns.</a:t>
            </a:r>
          </a:p>
          <a:p>
            <a:pPr>
              <a:spcAft>
                <a:spcPts val="1400"/>
              </a:spcAft>
              <a:defRPr sz="2200"/>
            </a:pPr>
            <a:r>
              <a:t>Alerts &amp; Insights – provide reminders and useful financial insights.</a:t>
            </a:r>
          </a:p>
          <a:p>
            <a:pPr>
              <a:spcAft>
                <a:spcPts val="1400"/>
              </a:spcAft>
              <a:defRPr sz="2200"/>
            </a:pPr>
            <a:r>
              <a:t>Goal Support – help users plan for savings targets.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4. 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Step 1: User enters income, expenses, and financial goals.</a:t>
            </a:r>
          </a:p>
          <a:p>
            <a:pPr>
              <a:spcAft>
                <a:spcPts val="1400"/>
              </a:spcAft>
              <a:defRPr sz="2200"/>
            </a:pPr>
            <a:r>
              <a:t>Step 2: The system organizes transactions into categories.</a:t>
            </a:r>
          </a:p>
          <a:p>
            <a:pPr>
              <a:spcAft>
                <a:spcPts val="1400"/>
              </a:spcAft>
              <a:defRPr sz="2200"/>
            </a:pPr>
            <a:r>
              <a:t>Step 3: AI analyzes spending patterns and available budget.</a:t>
            </a:r>
          </a:p>
          <a:p>
            <a:pPr>
              <a:spcAft>
                <a:spcPts val="1400"/>
              </a:spcAft>
              <a:defRPr sz="2200"/>
            </a:pPr>
            <a:r>
              <a:t>Step 4: Pocket Smart AI generates personalized recommendations.</a:t>
            </a:r>
          </a:p>
          <a:p>
            <a:pPr>
              <a:spcAft>
                <a:spcPts val="1400"/>
              </a:spcAft>
              <a:defRPr sz="2200"/>
            </a:pPr>
            <a:r>
              <a:t>Step 5: User follows the suggested plan and monitors progress.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5. Benefits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Benefits: better expense awareness, improved saving habits, and easier budget planning.</a:t>
            </a:r>
          </a:p>
          <a:p>
            <a:pPr>
              <a:spcAft>
                <a:spcPts val="1400"/>
              </a:spcAft>
              <a:defRPr sz="2200"/>
            </a:pPr>
            <a:r>
              <a:t>Helps users make informed day-to-day financial decisions.</a:t>
            </a:r>
          </a:p>
          <a:p>
            <a:pPr>
              <a:spcAft>
                <a:spcPts val="1400"/>
              </a:spcAft>
              <a:defRPr sz="2200"/>
            </a:pPr>
            <a:r>
              <a:t>Future Scope: chatbot-based assistance, bank/UPI integration, advanced spending prediction, and personalized financial goals.</a:t>
            </a:r>
          </a:p>
          <a:p>
            <a:pPr>
              <a:spcAft>
                <a:spcPts val="1400"/>
              </a:spcAft>
              <a:defRPr sz="2200"/>
            </a:pPr>
            <a:r>
              <a:t>Conclusion: Pocket Smart AI aims to make personal budgeting simple, practical, and intelligent.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